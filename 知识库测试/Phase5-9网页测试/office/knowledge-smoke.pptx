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AE649D-61DC-C359-3895-966C24A16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BEBDBD8-7A60-A0E4-91E0-3CC3B6E9E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0C0770-7BA5-8C53-49EC-45E436EAE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5B9BAE-40EF-B07A-60AB-20CFB6FC5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37AE96-72CC-B6C9-BC51-09D822F2A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52881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FF7F0C-C603-7051-1988-2341AF18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E2C3D8-03D0-9813-8941-7DBDDCEF6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261E2F-7848-31A3-402B-F117E0DAE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4792AB-B8CA-120A-43B7-3F667DBDF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015E47-AD43-912D-8900-9D92C73D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00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C5ADEE-944B-D2ED-BF36-169AD7F04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50A667-9975-EBFE-3537-EA039E04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D40058-8B76-96DF-6C84-A8E93FCC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5E7B42-C3C9-5AE1-4F56-439DB4183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27BEE0-23E7-C360-3479-DB5233FCF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639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FE5E49-B482-4C3C-7B27-0CB394D9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92EFFE-5E19-3349-20F0-7C23D72D1B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CF144B-0F16-6844-1524-A1DC2F1FFC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C3E9CB8-9434-0DFC-B3C3-1A74B0E23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6184D3-A196-EBAB-F2C1-30A40D953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57D214C-D739-351A-C9AF-138D13471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06681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D90C1B-3648-BA95-3764-B4873AB3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4EA8A64-CE44-9F3D-26AB-DB9D78627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EB7992-810D-E813-EE85-2B329A80D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867E79D-78F4-52A7-D7AA-7C3DE3F45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E1C5912-D5FB-949B-F3EF-F6E66684F2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9BFA780-CCF8-E44A-4383-117F76D82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37991C5-B1EF-173E-E497-28CF2C5A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1A7B1C6-39FA-CF79-F9B1-4F7928D41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2932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C7DDC3-20EE-CA1D-49A8-079502B4A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80F2785-8623-50F2-0578-A52D750F8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119BFF-6A90-AD36-2367-07F188540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6767EEC-4B7A-09E5-0EB9-E61BF87AA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08204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6788EF9-E072-17E4-B4D6-CA6A23CC6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73C5E8E-34C9-E27D-3E77-79C31C8A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C7F0B2D-F2E0-5FD4-F7D4-597B52502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1151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A7AD04-FCF6-16CF-CB4D-85524A8A3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C975E0-F45D-7856-3D19-D46250E30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534C9E-EE7B-E17F-DF7B-AD7CE3C96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EFA90A-83D2-A669-7226-5DCE942FE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3F5171A-100B-F6AA-9BA1-07AF181E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BD4E6F-D7AD-8E07-5E20-9A90EC90E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2849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E8D72-E605-D627-B7AA-82FA01A05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8C57F88-FE28-6EA3-A342-C96BE7FBC2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5FB3B4-2275-38A5-19D1-3955DA23E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137F32-2E4A-70EF-3C35-16F61B436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F000ED-6933-27B9-592F-7177E7A4A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BBC6A3-231A-C819-1E9E-23FB1E22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25669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FC25D8-C8A4-79D7-6F18-EBF1B0849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C878289-CEAF-0379-57D0-59F9FEB3F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16F133-6BAC-0FB2-13C9-0D824F927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F9D4F6-6327-94E9-2DDF-27A086EE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D35EAF-DCB3-59FF-D250-78825425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2142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E3FB7B-9A29-5918-0102-4AF60D491B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3479BC0-8D0A-630C-04A1-F037E9DBC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092CE3-7457-FA98-5D1B-203708F9A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E38425-5813-653C-5E66-1D876F8D9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2DBE08-1966-F8F4-F75E-86D85CCC2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2714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99FAE0F-6F85-42F6-FD41-873DD1375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E50A1C-10A3-39B3-6E5C-4BB1424884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9B659E-3443-34DE-32BC-C85BA728A8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9CD295-5482-FF48-AC3E-D3DEDF708B73}" type="datetimeFigureOut">
              <a:rPr kumimoji="1" lang="zh-CN" altLang="en-US" smtClean="0"/>
              <a:t>2026/7/15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ABEF5C-2E02-1D22-8897-67C4244708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1A3B46-D619-1823-9744-F2BFA479D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55763-184C-3A4B-A792-D86C1C05C91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61232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2650A5-6112-3584-38AF-15B1E3499A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	</a:t>
            </a:r>
            <a:r>
              <a:rPr kumimoji="1" lang="zh-CN" altLang="en-US" dirty="0"/>
              <a:t>测试标题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EF36664-C85D-0241-C3AE-7F51A6C1C6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52733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2EAAA63-E28C-1664-3A00-1C8586CBF87E}"/>
              </a:ext>
            </a:extLst>
          </p:cNvPr>
          <p:cNvSpPr txBox="1"/>
          <p:nvPr/>
        </p:nvSpPr>
        <p:spPr>
          <a:xfrm>
            <a:off x="903767" y="744279"/>
            <a:ext cx="2275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111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24CC76-4394-97F9-2472-0635967F14AD}"/>
              </a:ext>
            </a:extLst>
          </p:cNvPr>
          <p:cNvSpPr/>
          <p:nvPr/>
        </p:nvSpPr>
        <p:spPr>
          <a:xfrm>
            <a:off x="1180214" y="1786270"/>
            <a:ext cx="3732028" cy="1998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3126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Macintosh PowerPoint</Application>
  <PresentationFormat>宽屏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 测试标题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CharlieZC</dc:creator>
  <cp:lastModifiedBy>CharlieZC</cp:lastModifiedBy>
  <cp:revision>1</cp:revision>
  <dcterms:created xsi:type="dcterms:W3CDTF">2026-07-15T10:17:10Z</dcterms:created>
  <dcterms:modified xsi:type="dcterms:W3CDTF">2026-07-15T10:18:52Z</dcterms:modified>
</cp:coreProperties>
</file>